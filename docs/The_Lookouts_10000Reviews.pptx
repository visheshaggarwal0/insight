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9" r:id="rId9"/>
    <p:sldId id="270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6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 Kukreja" userId="6cd0ef20-c03e-4010-a8ad-6e84fbe563d6" providerId="ADAL" clId="{9A0A1E7B-C31A-4868-AB13-4281ABD0901F}"/>
    <pc:docChg chg="modSld">
      <pc:chgData name="Sonal Kukreja" userId="6cd0ef20-c03e-4010-a8ad-6e84fbe563d6" providerId="ADAL" clId="{9A0A1E7B-C31A-4868-AB13-4281ABD0901F}" dt="2026-09-22T11:45:56.738" v="6" actId="20577"/>
      <pc:docMkLst>
        <pc:docMk/>
      </pc:docMkLst>
      <pc:sldChg chg="modSp mod">
        <pc:chgData name="Sonal Kukreja" userId="6cd0ef20-c03e-4010-a8ad-6e84fbe563d6" providerId="ADAL" clId="{9A0A1E7B-C31A-4868-AB13-4281ABD0901F}" dt="2026-09-22T11:45:56.738" v="6" actId="20577"/>
        <pc:sldMkLst>
          <pc:docMk/>
          <pc:sldMk cId="0" sldId="257"/>
        </pc:sldMkLst>
        <pc:spChg chg="mod">
          <ac:chgData name="Sonal Kukreja" userId="6cd0ef20-c03e-4010-a8ad-6e84fbe563d6" providerId="ADAL" clId="{9A0A1E7B-C31A-4868-AB13-4281ABD0901F}" dt="2026-09-22T11:45:56.738" v="6" actId="20577"/>
          <ac:spMkLst>
            <pc:docMk/>
            <pc:sldMk cId="0" sldId="257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74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ggarwalvishesh0@gmail.com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S24CSEU2521@bennett.edu.i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S25CSEU1275@bennett.edu.in" TargetMode="External"/><Relationship Id="rId5" Type="http://schemas.openxmlformats.org/officeDocument/2006/relationships/hyperlink" Target="mailto:S25CSEU1264@bennett.edu.in" TargetMode="External"/><Relationship Id="rId4" Type="http://schemas.openxmlformats.org/officeDocument/2006/relationships/hyperlink" Target="mailto:S25CSEU1065@bennett.edu.i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4E5"/>
          </a:solidFill>
          <a:ln w="12700">
            <a:solidFill>
              <a:srgbClr val="E8B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77240" y="365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FOR TEAMS — delete this slide before submitting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3258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limit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325880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6 slides in your final submission, including the title slide. This instructions slide must be deleted.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format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212848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finished deck as a PDF before uploading. PPT and Word files will not be accepted.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309981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099816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grey italic line and every [bracketed] field with your own content. No placeholder text should remain.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398678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style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986784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short bullet points, diagrams, and visuals. Avoid long paragraphs. Each bullet should be one clear idea.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48737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change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873752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slide order, slide titles, and overall layout as given, so all teams can be evaluated on the same structure.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76072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576072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5760720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PDF as TeamName_ProblemTitle.pdf before uploading.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logo_stri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46304"/>
            <a:ext cx="5120640" cy="621792"/>
          </a:xfrm>
          <a:prstGeom prst="rect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4" name="Text 1"/>
          <p:cNvSpPr txBox="1"/>
          <p:nvPr/>
        </p:nvSpPr>
        <p:spPr>
          <a:xfrm>
            <a:off x="6035040" y="14630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&amp; Technology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321040" y="914400"/>
            <a:ext cx="3867912" cy="5943600"/>
          </a:xfrm>
          <a:prstGeom prst="rect">
            <a:avLst/>
          </a:prstGeom>
          <a:solidFill>
            <a:srgbClr val="0E1B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646920" y="196596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987" y="2275027"/>
            <a:ext cx="570586" cy="5705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21040" y="34290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58521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</a:t>
            </a:r>
            <a:r>
              <a:rPr lang="en-US" sz="1100" i="1" dirty="0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r>
              <a:rPr lang="en-US" sz="1100" i="1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27</a:t>
            </a:r>
            <a:r>
              <a:rPr lang="en-US" sz="1100" i="1" baseline="30000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100" i="1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Sept 2026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POWERED HACKATHON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6002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Innovate 2026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FB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 ·  Build  ·  Empower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63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566160" y="30906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370332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Lookouts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566160" y="37764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3703320" y="3776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566160" y="44622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370332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Reviews, No Time to Read Them </a:t>
            </a:r>
          </a:p>
        </p:txBody>
      </p:sp>
      <p:sp>
        <p:nvSpPr>
          <p:cNvPr id="23" name="Text 19"/>
          <p:cNvSpPr txBox="1"/>
          <p:nvPr/>
        </p:nvSpPr>
        <p:spPr>
          <a:xfrm>
            <a:off x="640080" y="5120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 Bucket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566160" y="51480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3703320" y="5148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Assistants and Chatbots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5806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566160" y="58338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3703320" y="5833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Vishesh Aggarwal, S24CSEU2521, </a:t>
            </a:r>
            <a:r>
              <a:rPr lang="en-US" sz="1250" i="1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aggarwalvishesh0@gmail.com</a:t>
            </a:r>
            <a:r>
              <a:rPr lang="en-US" sz="1250" i="1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>
              <a:solidFill>
                <a:srgbClr val="8FA6C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Lookouts</a:t>
            </a: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Microsoft Innovate 2026 · Bennett University   |   Slide 2 of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481302"/>
              </p:ext>
            </p:extLst>
          </p:nvPr>
        </p:nvGraphicFramePr>
        <p:xfrm>
          <a:off x="548640" y="1325880"/>
          <a:ext cx="11091672" cy="2514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&amp;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Vishesh Aggarwal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S24CSEU2521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3rd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/>
                        </a:rPr>
                        <a:t>S24CSEU2521@bennett.edu.in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Dhruvika Rajput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S25CSEU1065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2nd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/>
                        </a:rPr>
                        <a:t>S25CSEU1065</a:t>
                      </a: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/>
                        </a:rPr>
                        <a:t>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&amp; ML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Arnav Gupta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S25CSEU1264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2nd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/>
                        </a:rPr>
                        <a:t>S25CSEU1264@bennett.edu.in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ML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Shaurya Rastogi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S25CSEU1275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2nd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/>
                        </a:rPr>
                        <a:t>S25CSEU1275@bennett.edu.in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 &amp; Analyst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 </a:t>
            </a:r>
            <a:r>
              <a:rPr lang="en-US" sz="1300" i="1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Susmita Das, B.Tech CSE, susmita.das@bennett.edu.in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3 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Lookouts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 teams: freed from manual ticket reading, with crashes surfaced instantly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Aiming to cut triage time by 80% and speed up resolution of high-severity issues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Functioning FastAPI backend already built, with a robust PyTest suite and optimized caching layer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NLP expertise: already migrated from classical ML to transformers, optimized via disk caching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next round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Finalize DeBERTa + Phi-3 integration with the lazy-loading architecture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Integrate the frontend dashboard/Power BI to visualize semantic clusters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Demo raw, messy feedback turning instantly into a structured, prioritized Jira ticket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99632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28232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410839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68312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data sources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519672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Cosmetics &amp; Tech SaaS user review datasets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 &amp; Gurevych — Sentence-BERT: Sentence Embeddings using Siamese BERT-Networks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Phi-3 Technical Report (generative synthesis)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B96488-6192-56CB-97C3-6FB28BC14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70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64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522</Words>
  <Application>Microsoft Office PowerPoint</Application>
  <PresentationFormat>Widescreen</PresentationFormat>
  <Paragraphs>88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Vishesh Aggarwal</cp:lastModifiedBy>
  <cp:revision>5</cp:revision>
  <dcterms:created xsi:type="dcterms:W3CDTF">2026-09-22T11:43:49Z</dcterms:created>
  <dcterms:modified xsi:type="dcterms:W3CDTF">2026-09-27T09:22:25Z</dcterms:modified>
</cp:coreProperties>
</file>