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6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 Kukreja" userId="6cd0ef20-c03e-4010-a8ad-6e84fbe563d6" providerId="ADAL" clId="{9A0A1E7B-C31A-4868-AB13-4281ABD0901F}"/>
    <pc:docChg chg="modSld">
      <pc:chgData name="Sonal Kukreja" userId="6cd0ef20-c03e-4010-a8ad-6e84fbe563d6" providerId="ADAL" clId="{9A0A1E7B-C31A-4868-AB13-4281ABD0901F}" dt="2026-09-22T11:45:56.738" v="6" actId="20577"/>
      <pc:docMkLst>
        <pc:docMk/>
      </pc:docMkLst>
      <pc:sldChg chg="modSp mod">
        <pc:chgData name="Sonal Kukreja" userId="6cd0ef20-c03e-4010-a8ad-6e84fbe563d6" providerId="ADAL" clId="{9A0A1E7B-C31A-4868-AB13-4281ABD0901F}" dt="2026-09-22T11:45:56.738" v="6" actId="20577"/>
        <pc:sldMkLst>
          <pc:docMk/>
          <pc:sldMk cId="0" sldId="257"/>
        </pc:sldMkLst>
        <pc:spChg chg="mod">
          <ac:chgData name="Sonal Kukreja" userId="6cd0ef20-c03e-4010-a8ad-6e84fbe563d6" providerId="ADAL" clId="{9A0A1E7B-C31A-4868-AB13-4281ABD0901F}" dt="2026-09-22T11:45:56.738" v="6" actId="20577"/>
          <ac:spMkLst>
            <pc:docMk/>
            <pc:sldMk cId="0" sldId="257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74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mailto:aggarwalvishesh0@gmail.com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aggarwalvishesh0@gmail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4E5"/>
          </a:solidFill>
          <a:ln w="12700">
            <a:solidFill>
              <a:srgbClr val="E8B36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65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FOR TEAMS — delete this slide before submitting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3258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limit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325880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6 slides in your final submission, including the title slide. This instructions slide must be deleted.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1284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format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212848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finished deck as a PDF before uploading. PPT and Word files will not be accepted.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09981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099816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every grey italic line and every [bracketed] field with your own content. No placeholder text should remain.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98678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style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986784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short bullet points, diagrams, and visuals. Avoid long paragraphs. Each bullet should be one clear idea.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7375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737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change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4873752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slide order, slide titles, and overall layout as given, so all teams can be evaluated on the same structure.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76072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76072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5760720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PDF as TeamName_ProblemTitle.pdf before uploading.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logo_strip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AFAFD"/>
              </a:clrFrom>
              <a:clrTo>
                <a:srgbClr val="FAFA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146304"/>
            <a:ext cx="5120640" cy="621792"/>
          </a:xfrm>
          <a:prstGeom prst="rect">
            <a:avLst/>
          </a:prstGeom>
          <a:ln>
            <a:noFill/>
          </a:ln>
          <a:effectLst>
            <a:softEdge rad="12700"/>
          </a:effectLst>
        </p:spPr>
      </p:pic>
      <p:sp>
        <p:nvSpPr>
          <p:cNvPr id="4" name="Text 1"/>
          <p:cNvSpPr txBox="1"/>
          <p:nvPr/>
        </p:nvSpPr>
        <p:spPr>
          <a:xfrm>
            <a:off x="6035040" y="14630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Engineering &amp; Technology 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321040" y="914400"/>
            <a:ext cx="3867912" cy="5943600"/>
          </a:xfrm>
          <a:prstGeom prst="rect">
            <a:avLst/>
          </a:prstGeom>
          <a:solidFill>
            <a:srgbClr val="0E1B3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9646920" y="1965960"/>
            <a:ext cx="1188720" cy="11887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987" y="2275027"/>
            <a:ext cx="570586" cy="5705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21040" y="34290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585216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deadline: 27</a:t>
            </a:r>
            <a:r>
              <a:rPr lang="en-US" sz="1100" i="1" baseline="30000" dirty="0">
                <a:solidFill>
                  <a:srgbClr val="6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100" i="1" dirty="0">
                <a:solidFill>
                  <a:srgbClr val="6F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Sept 2026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POWERED HACKATHON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6002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Innovate 2026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FB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 ·  Build  ·  Empower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063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DBCE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Team Name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566160" y="30906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2"/>
          <p:cNvSpPr txBox="1"/>
          <p:nvPr/>
        </p:nvSpPr>
        <p:spPr>
          <a:xfrm>
            <a:off x="3703320" y="3090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A6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Lookouts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640080" y="3749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DBCE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Team ID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566160" y="37764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5"/>
          <p:cNvSpPr txBox="1"/>
          <p:nvPr/>
        </p:nvSpPr>
        <p:spPr>
          <a:xfrm>
            <a:off x="3703320" y="3776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A6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410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6400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DBCE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Problem Statement Title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3566160" y="44622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18"/>
          <p:cNvSpPr txBox="1"/>
          <p:nvPr/>
        </p:nvSpPr>
        <p:spPr>
          <a:xfrm>
            <a:off x="3703320" y="4462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A6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10,000 Reviews, No Time to Read Them </a:t>
            </a:r>
          </a:p>
        </p:txBody>
      </p:sp>
      <p:sp>
        <p:nvSpPr>
          <p:cNvPr id="23" name="Text 19"/>
          <p:cNvSpPr txBox="1"/>
          <p:nvPr/>
        </p:nvSpPr>
        <p:spPr>
          <a:xfrm>
            <a:off x="640080" y="5120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DBCE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Theme /  Bucket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3566160" y="51480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1"/>
          <p:cNvSpPr txBox="1"/>
          <p:nvPr/>
        </p:nvSpPr>
        <p:spPr>
          <a:xfrm>
            <a:off x="3703320" y="5148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A6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Assistants and Chatbots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 txBox="1"/>
          <p:nvPr/>
        </p:nvSpPr>
        <p:spPr>
          <a:xfrm>
            <a:off x="640080" y="5806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DBCE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Team Leader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3566160" y="58338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4"/>
          <p:cNvSpPr txBox="1"/>
          <p:nvPr/>
        </p:nvSpPr>
        <p:spPr>
          <a:xfrm>
            <a:off x="3703320" y="5833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A6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Vishesh Aggarwal, S24CSEU2521, </a:t>
            </a:r>
            <a:r>
              <a:rPr lang="en-US" sz="1400" i="1" dirty="0">
                <a:solidFill>
                  <a:srgbClr val="8FA6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aggarwalvishesh0@gmail.com</a:t>
            </a:r>
            <a:r>
              <a:rPr lang="en-US" sz="1400" i="1" dirty="0">
                <a:solidFill>
                  <a:srgbClr val="8FA6C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solidFill>
                <a:srgbClr val="8FA6C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0C80B33-35EF-49BA-FACA-19850502A6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66" y="0"/>
            <a:ext cx="12178234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92388B5-CBA6-31E9-3C08-BB29D3CA486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254" b="86933"/>
          <a:stretch>
            <a:fillRect/>
          </a:stretch>
        </p:blipFill>
        <p:spPr>
          <a:xfrm>
            <a:off x="3239" y="0"/>
            <a:ext cx="12032817" cy="896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Lookouts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Microsoft Innovate 2026 · Bennett University   |   Slide 2 of 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541084"/>
              </p:ext>
            </p:extLst>
          </p:nvPr>
        </p:nvGraphicFramePr>
        <p:xfrm>
          <a:off x="548640" y="1325880"/>
          <a:ext cx="11091672" cy="2514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 &amp;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in Team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Vishesh Aggarwal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S24CSEU2521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</a:t>
                      </a: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CSE, 3rd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/>
                        </a:rPr>
                        <a:t>aggarwalvishesh0@gmail.com</a:t>
                      </a: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Dhruvika Rajput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S25CSEU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2nd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&amp; ML 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Arnav Gupta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S25CSEU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2nd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ML 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Shaurya Rastogi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S25CSEU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A8CA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2nd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[email]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Analyst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 </a:t>
            </a:r>
            <a:r>
              <a:rPr lang="en-US" sz="1300" i="1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Susmita Das, B.Tech CSE, susmita.das@bennett.edu.in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A4D421-EF98-21B7-ACAC-A5F4787E3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7044BE-BE2F-74D7-17B0-2FAEEBF9FB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266" t="88786" r="24681" b="3955"/>
          <a:stretch>
            <a:fillRect/>
          </a:stretch>
        </p:blipFill>
        <p:spPr>
          <a:xfrm>
            <a:off x="7951029" y="6197612"/>
            <a:ext cx="4029738" cy="4978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Lookouts </a:t>
            </a: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Innovate 2026 · Bennett University   |   Slide 3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problem?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problem in 2–3 short bullets]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[Keep each bullet to one clear idea]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a number or fact if you have one]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faces it?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 is affected — students, patients, farmers, etc.]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and how often does it occur?]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24555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1148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current options fall short?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75488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solutions exist today?]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is the gap your team has identified?]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[Why does this problem still need solving?]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1F4A02D-5B9C-7247-5C50-700E06786A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3" y="0"/>
            <a:ext cx="12178234" cy="685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D5302C5-7469-EBFA-77F6-2B8262EEA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485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4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 in one line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sentence: We are building ___ that helps ___ do ___]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2854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solves the problem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[Bullet 1: main feature and what it does]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[Bullet 2: second feature]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[Bullet 3: third feature]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199632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6428232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991" y="328543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68312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519672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is it new or better than what exists?]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 use of AI / Microsoft technologies?]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rough sketch or mockup image can go here]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FD402A3-24E1-7287-A92F-CCEB66FD29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95D2C9D-6822-8137-21B6-0B650A6F13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5 of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tech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[Frontend]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14016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2414016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[Backend]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279392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[Database]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 / APIs]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8010144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[Cloud: e.g. Azure]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552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[Other tools]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will work (edit the boxes)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[User / Input]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90672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593592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3593592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 / Interface]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98464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01384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6501384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[Processing / AI model]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06256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9409176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9409176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[Output / Result]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702759"/>
            <a:ext cx="241402" cy="24140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417320" y="45720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started working on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68680" y="521208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Dataset collected / UI wireframe ready / basic prototype begun]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[Anything already built or tested, however small]</a:t>
            </a:r>
            <a:endParaRPr lang="en-US" sz="13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EAB0564-B512-729B-2CDE-757470765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9D8EE28-8EA2-594B-93A0-215380952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823"/>
            <a:ext cx="12192000" cy="6858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4A09B14-5084-4065-E257-789535F2D2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954" t="91800" r="24675" b="1796"/>
          <a:stretch>
            <a:fillRect/>
          </a:stretch>
        </p:blipFill>
        <p:spPr>
          <a:xfrm>
            <a:off x="7366022" y="6359652"/>
            <a:ext cx="4434416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6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 benefits and how?]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 measurable outcome you aim for]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[Why your team can build this in the hackathon]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[Skills, resources, or data you already have]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1083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next round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1: what you will build first]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2: what comes next]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3: what a working demo will show]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99632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6428232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91" y="410839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68312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data sources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519672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[Links, papers, datasets, or articles you used]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[Keep 2–4 items, short format]</a:t>
            </a:r>
            <a:endParaRPr lang="en-US" sz="13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DB35600-4A27-B327-BB3E-361FB35031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797</Words>
  <Application>Microsoft Office PowerPoint</Application>
  <PresentationFormat>Widescreen</PresentationFormat>
  <Paragraphs>132</Paragraphs>
  <Slides>7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Vishesh Aggarwal</cp:lastModifiedBy>
  <cp:revision>7</cp:revision>
  <dcterms:created xsi:type="dcterms:W3CDTF">2026-09-22T11:43:49Z</dcterms:created>
  <dcterms:modified xsi:type="dcterms:W3CDTF">2026-09-27T09:59:16Z</dcterms:modified>
</cp:coreProperties>
</file>